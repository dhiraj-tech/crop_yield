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90" r:id="rId2"/>
    <p:sldId id="30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303" r:id="rId11"/>
    <p:sldId id="306" r:id="rId12"/>
    <p:sldId id="304" r:id="rId13"/>
    <p:sldId id="298" r:id="rId14"/>
    <p:sldId id="299" r:id="rId15"/>
    <p:sldId id="300" r:id="rId16"/>
    <p:sldId id="305" r:id="rId17"/>
    <p:sldId id="30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>
        <p:scale>
          <a:sx n="41" d="100"/>
          <a:sy n="41" d="100"/>
        </p:scale>
        <p:origin x="-1836" y="-6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aje" userId="S::yogesh@edunetfoundation.org::9e0ba697-e1dc-452b-989f-11655901edb1" providerId="AD" clId="Web-{7AA78274-F908-906D-30B8-02717F7468DA}"/>
    <pc:docChg chg="modSld">
      <pc:chgData name="Yogesh Raje" userId="S::yogesh@edunetfoundation.org::9e0ba697-e1dc-452b-989f-11655901edb1" providerId="AD" clId="Web-{7AA78274-F908-906D-30B8-02717F7468DA}" dt="2026-01-15T05:22:26.930" v="15" actId="20577"/>
      <pc:docMkLst>
        <pc:docMk/>
      </pc:docMkLst>
      <pc:sldChg chg="modSp">
        <pc:chgData name="Yogesh Raje" userId="S::yogesh@edunetfoundation.org::9e0ba697-e1dc-452b-989f-11655901edb1" providerId="AD" clId="Web-{7AA78274-F908-906D-30B8-02717F7468DA}" dt="2026-01-15T05:22:26.930" v="15" actId="20577"/>
        <pc:sldMkLst>
          <pc:docMk/>
          <pc:sldMk cId="957564641" sldId="283"/>
        </pc:sldMkLst>
        <pc:spChg chg="mod">
          <ac:chgData name="Yogesh Raje" userId="S::yogesh@edunetfoundation.org::9e0ba697-e1dc-452b-989f-11655901edb1" providerId="AD" clId="Web-{7AA78274-F908-906D-30B8-02717F7468DA}" dt="2026-01-15T05:22:24.774" v="14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Yogesh Raje" userId="S::yogesh@edunetfoundation.org::9e0ba697-e1dc-452b-989f-11655901edb1" providerId="AD" clId="Web-{7AA78274-F908-906D-30B8-02717F7468DA}" dt="2026-01-15T05:22:26.930" v="15" actId="20577"/>
          <ac:spMkLst>
            <pc:docMk/>
            <pc:sldMk cId="957564641" sldId="283"/>
            <ac:spMk id="3" creationId="{FFAB85A1-2169-FF43-3E91-E2E8ADA742FF}"/>
          </ac:spMkLst>
        </pc:spChg>
      </pc:sldChg>
    </pc:docChg>
  </pc:docChgLst>
  <pc:docChgLst>
    <pc:chgData name="Thoufiq Z" userId="S::thoufiqz@edunetfoundation.org::83fa815d-fc3a-4272-b584-16b68fbcd8b9" providerId="AD" clId="Web-{392FB351-EFB2-ADE2-BBDC-DA8A76A84AAE}"/>
    <pc:docChg chg="modSld">
      <pc:chgData name="Thoufiq Z" userId="S::thoufiqz@edunetfoundation.org::83fa815d-fc3a-4272-b584-16b68fbcd8b9" providerId="AD" clId="Web-{392FB351-EFB2-ADE2-BBDC-DA8A76A84AAE}" dt="2026-01-22T06:07:07.605" v="0" actId="1076"/>
      <pc:docMkLst>
        <pc:docMk/>
      </pc:docMkLst>
      <pc:sldChg chg="modSp">
        <pc:chgData name="Thoufiq Z" userId="S::thoufiqz@edunetfoundation.org::83fa815d-fc3a-4272-b584-16b68fbcd8b9" providerId="AD" clId="Web-{392FB351-EFB2-ADE2-BBDC-DA8A76A84AAE}" dt="2026-01-22T06:07:07.605" v="0" actId="1076"/>
        <pc:sldMkLst>
          <pc:docMk/>
          <pc:sldMk cId="2772501912" sldId="279"/>
        </pc:sldMkLst>
        <pc:picChg chg="mod">
          <ac:chgData name="Thoufiq Z" userId="S::thoufiqz@edunetfoundation.org::83fa815d-fc3a-4272-b584-16b68fbcd8b9" providerId="AD" clId="Web-{392FB351-EFB2-ADE2-BBDC-DA8A76A84AAE}" dt="2026-01-22T06:07:07.605" v="0" actId="1076"/>
          <ac:picMkLst>
            <pc:docMk/>
            <pc:sldMk cId="2772501912" sldId="279"/>
            <ac:picMk id="3" creationId="{11BF3590-52D3-DC9D-2C84-E66D9597D77D}"/>
          </ac:picMkLst>
        </pc:picChg>
      </pc:sldChg>
    </pc:docChg>
  </pc:docChgLst>
  <pc:docChgLst>
    <pc:chgData name="Guest User" userId="S::urn:spo:tenantanon#ad06ef22-d6dc-4a55-b4c1-c3a158f5f147::" providerId="AD" clId="Web-{696493C2-F961-AE6C-C78A-A3E397BAC3D1}"/>
    <pc:docChg chg="addSld delSld modSld sldOrd">
      <pc:chgData name="Guest User" userId="S::urn:spo:tenantanon#ad06ef22-d6dc-4a55-b4c1-c3a158f5f147::" providerId="AD" clId="Web-{696493C2-F961-AE6C-C78A-A3E397BAC3D1}" dt="2026-01-24T07:12:45.064" v="42" actId="1076"/>
      <pc:docMkLst>
        <pc:docMk/>
      </pc:docMkLst>
      <pc:sldChg chg="addSp modSp">
        <pc:chgData name="Guest User" userId="S::urn:spo:tenantanon#ad06ef22-d6dc-4a55-b4c1-c3a158f5f147::" providerId="AD" clId="Web-{696493C2-F961-AE6C-C78A-A3E397BAC3D1}" dt="2026-01-24T07:12:45.064" v="42" actId="1076"/>
        <pc:sldMkLst>
          <pc:docMk/>
          <pc:sldMk cId="0" sldId="257"/>
        </pc:sldMkLst>
        <pc:picChg chg="add mod">
          <ac:chgData name="Guest User" userId="S::urn:spo:tenantanon#ad06ef22-d6dc-4a55-b4c1-c3a158f5f147::" providerId="AD" clId="Web-{696493C2-F961-AE6C-C78A-A3E397BAC3D1}" dt="2026-01-24T07:12:45.064" v="42" actId="1076"/>
          <ac:picMkLst>
            <pc:docMk/>
            <pc:sldMk cId="0" sldId="257"/>
            <ac:picMk id="2" creationId="{330C9D4A-B972-85E9-7C58-A77163220759}"/>
          </ac:picMkLst>
        </pc:picChg>
        <pc:picChg chg="mod">
          <ac:chgData name="Guest User" userId="S::urn:spo:tenantanon#ad06ef22-d6dc-4a55-b4c1-c3a158f5f147::" providerId="AD" clId="Web-{696493C2-F961-AE6C-C78A-A3E397BAC3D1}" dt="2026-01-24T07:12:38.471" v="40" actId="1076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Guest User" userId="S::urn:spo:tenantanon#ad06ef22-d6dc-4a55-b4c1-c3a158f5f147::" providerId="AD" clId="Web-{696493C2-F961-AE6C-C78A-A3E397BAC3D1}" dt="2026-01-24T07:11:10.355" v="30"/>
        <pc:sldMkLst>
          <pc:docMk/>
          <pc:sldMk cId="0" sldId="260"/>
        </pc:sldMkLst>
      </pc:sldChg>
      <pc:sldChg chg="modSp">
        <pc:chgData name="Guest User" userId="S::urn:spo:tenantanon#ad06ef22-d6dc-4a55-b4c1-c3a158f5f147::" providerId="AD" clId="Web-{696493C2-F961-AE6C-C78A-A3E397BAC3D1}" dt="2026-01-24T07:12:27.846" v="39" actId="20577"/>
        <pc:sldMkLst>
          <pc:docMk/>
          <pc:sldMk cId="0" sldId="262"/>
        </pc:sldMkLst>
        <pc:spChg chg="mod">
          <ac:chgData name="Guest User" userId="S::urn:spo:tenantanon#ad06ef22-d6dc-4a55-b4c1-c3a158f5f147::" providerId="AD" clId="Web-{696493C2-F961-AE6C-C78A-A3E397BAC3D1}" dt="2026-01-24T07:12:27.846" v="39" actId="20577"/>
          <ac:spMkLst>
            <pc:docMk/>
            <pc:sldMk cId="0" sldId="262"/>
            <ac:spMk id="179" creationId="{00000000-0000-0000-0000-000000000000}"/>
          </ac:spMkLst>
        </pc:spChg>
      </pc:sldChg>
      <pc:sldChg chg="del">
        <pc:chgData name="Guest User" userId="S::urn:spo:tenantanon#ad06ef22-d6dc-4a55-b4c1-c3a158f5f147::" providerId="AD" clId="Web-{696493C2-F961-AE6C-C78A-A3E397BAC3D1}" dt="2026-01-24T07:09:11.881" v="10"/>
        <pc:sldMkLst>
          <pc:docMk/>
          <pc:sldMk cId="0" sldId="264"/>
        </pc:sldMkLst>
      </pc:sldChg>
      <pc:sldChg chg="ord">
        <pc:chgData name="Guest User" userId="S::urn:spo:tenantanon#ad06ef22-d6dc-4a55-b4c1-c3a158f5f147::" providerId="AD" clId="Web-{696493C2-F961-AE6C-C78A-A3E397BAC3D1}" dt="2026-01-24T07:10:35.495" v="28"/>
        <pc:sldMkLst>
          <pc:docMk/>
          <pc:sldMk cId="3764405840" sldId="278"/>
        </pc:sldMkLst>
      </pc:sldChg>
      <pc:sldChg chg="addSp modSp ord">
        <pc:chgData name="Guest User" userId="S::urn:spo:tenantanon#ad06ef22-d6dc-4a55-b4c1-c3a158f5f147::" providerId="AD" clId="Web-{696493C2-F961-AE6C-C78A-A3E397BAC3D1}" dt="2026-01-24T07:08:56.974" v="9"/>
        <pc:sldMkLst>
          <pc:docMk/>
          <pc:sldMk cId="2772501912" sldId="279"/>
        </pc:sldMkLst>
        <pc:spChg chg="add mod">
          <ac:chgData name="Guest User" userId="S::urn:spo:tenantanon#ad06ef22-d6dc-4a55-b4c1-c3a158f5f147::" providerId="AD" clId="Web-{696493C2-F961-AE6C-C78A-A3E397BAC3D1}" dt="2026-01-24T07:08:48.974" v="8" actId="20577"/>
          <ac:spMkLst>
            <pc:docMk/>
            <pc:sldMk cId="2772501912" sldId="279"/>
            <ac:spMk id="2" creationId="{48079FEC-4447-C4FA-64A4-CB532564DAF6}"/>
          </ac:spMkLst>
        </pc:spChg>
      </pc:sldChg>
      <pc:sldChg chg="ord">
        <pc:chgData name="Guest User" userId="S::urn:spo:tenantanon#ad06ef22-d6dc-4a55-b4c1-c3a158f5f147::" providerId="AD" clId="Web-{696493C2-F961-AE6C-C78A-A3E397BAC3D1}" dt="2026-01-24T07:10:52.089" v="29"/>
        <pc:sldMkLst>
          <pc:docMk/>
          <pc:sldMk cId="328526394" sldId="281"/>
        </pc:sldMkLst>
      </pc:sldChg>
      <pc:sldChg chg="modSp add replId">
        <pc:chgData name="Guest User" userId="S::urn:spo:tenantanon#ad06ef22-d6dc-4a55-b4c1-c3a158f5f147::" providerId="AD" clId="Web-{696493C2-F961-AE6C-C78A-A3E397BAC3D1}" dt="2026-01-24T07:09:33.068" v="20" actId="20577"/>
        <pc:sldMkLst>
          <pc:docMk/>
          <pc:sldMk cId="795043773" sldId="284"/>
        </pc:sldMkLst>
        <pc:spChg chg="mod">
          <ac:chgData name="Guest User" userId="S::urn:spo:tenantanon#ad06ef22-d6dc-4a55-b4c1-c3a158f5f147::" providerId="AD" clId="Web-{696493C2-F961-AE6C-C78A-A3E397BAC3D1}" dt="2026-01-24T07:09:33.068" v="20" actId="20577"/>
          <ac:spMkLst>
            <pc:docMk/>
            <pc:sldMk cId="795043773" sldId="284"/>
            <ac:spMk id="2" creationId="{DD23FCBA-FC00-378F-C117-12DC1F4FD6E0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48.006" v="22" actId="20577"/>
        <pc:sldMkLst>
          <pc:docMk/>
          <pc:sldMk cId="1135684311" sldId="285"/>
        </pc:sldMkLst>
        <pc:spChg chg="mod">
          <ac:chgData name="Guest User" userId="S::urn:spo:tenantanon#ad06ef22-d6dc-4a55-b4c1-c3a158f5f147::" providerId="AD" clId="Web-{696493C2-F961-AE6C-C78A-A3E397BAC3D1}" dt="2026-01-24T07:09:48.006" v="22" actId="20577"/>
          <ac:spMkLst>
            <pc:docMk/>
            <pc:sldMk cId="1135684311" sldId="285"/>
            <ac:spMk id="2" creationId="{6FFE5FD7-2292-570F-1397-1E9287F8CB9D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56.521" v="25" actId="20577"/>
        <pc:sldMkLst>
          <pc:docMk/>
          <pc:sldMk cId="1138841112" sldId="286"/>
        </pc:sldMkLst>
        <pc:spChg chg="mod">
          <ac:chgData name="Guest User" userId="S::urn:spo:tenantanon#ad06ef22-d6dc-4a55-b4c1-c3a158f5f147::" providerId="AD" clId="Web-{696493C2-F961-AE6C-C78A-A3E397BAC3D1}" dt="2026-01-24T07:09:56.521" v="25" actId="20577"/>
          <ac:spMkLst>
            <pc:docMk/>
            <pc:sldMk cId="1138841112" sldId="286"/>
            <ac:spMk id="2" creationId="{CF9D04B6-7646-B3BF-9A84-684A467FADAB}"/>
          </ac:spMkLst>
        </pc:spChg>
      </pc:sldChg>
    </pc:docChg>
  </pc:docChgLst>
  <pc:docChgLst>
    <pc:chgData name="Yogesh Raje" userId="S::yogesh@edunetfoundation.org::9e0ba697-e1dc-452b-989f-11655901edb1" providerId="AD" clId="Web-{857E11F3-F11C-6843-C73E-27677A40A984}"/>
    <pc:docChg chg="addSld delSld modSld sldOrd">
      <pc:chgData name="Yogesh Raje" userId="S::yogesh@edunetfoundation.org::9e0ba697-e1dc-452b-989f-11655901edb1" providerId="AD" clId="Web-{857E11F3-F11C-6843-C73E-27677A40A984}" dt="2026-01-24T07:27:35.250" v="160" actId="20577"/>
      <pc:docMkLst>
        <pc:docMk/>
      </pc:docMkLst>
      <pc:sldChg chg="addSp">
        <pc:chgData name="Yogesh Raje" userId="S::yogesh@edunetfoundation.org::9e0ba697-e1dc-452b-989f-11655901edb1" providerId="AD" clId="Web-{857E11F3-F11C-6843-C73E-27677A40A984}" dt="2026-01-24T07:25:33.140" v="128"/>
        <pc:sldMkLst>
          <pc:docMk/>
          <pc:sldMk cId="0" sldId="257"/>
        </pc:sldMkLst>
        <pc:picChg chg="add">
          <ac:chgData name="Yogesh Raje" userId="S::yogesh@edunetfoundation.org::9e0ba697-e1dc-452b-989f-11655901edb1" providerId="AD" clId="Web-{857E11F3-F11C-6843-C73E-27677A40A984}" dt="2026-01-24T07:25:33.140" v="128"/>
          <ac:picMkLst>
            <pc:docMk/>
            <pc:sldMk cId="0" sldId="257"/>
            <ac:picMk id="4" creationId="{93071BE8-5070-42BA-3450-6F0039B8532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9.546" v="130"/>
        <pc:sldMkLst>
          <pc:docMk/>
          <pc:sldMk cId="0" sldId="259"/>
        </pc:sldMkLst>
        <pc:spChg chg="add mod">
          <ac:chgData name="Yogesh Raje" userId="S::yogesh@edunetfoundation.org::9e0ba697-e1dc-452b-989f-11655901edb1" providerId="AD" clId="Web-{857E11F3-F11C-6843-C73E-27677A40A984}" dt="2026-01-24T07:17:44.196" v="33" actId="20577"/>
          <ac:spMkLst>
            <pc:docMk/>
            <pc:sldMk cId="0" sldId="259"/>
            <ac:spMk id="3" creationId="{2F548320-B634-92CD-C520-43B25557F859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9.546" v="130"/>
          <ac:picMkLst>
            <pc:docMk/>
            <pc:sldMk cId="0" sldId="259"/>
            <ac:picMk id="5" creationId="{68EE1157-422B-2DEC-F7BF-0A06B973C983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6:16.991" v="16"/>
          <ac:picMkLst>
            <pc:docMk/>
            <pc:sldMk cId="0" sldId="259"/>
            <ac:picMk id="115" creationId="{00000000-0000-0000-0000-000000000000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59.343" v="136" actId="14100"/>
        <pc:sldMkLst>
          <pc:docMk/>
          <pc:sldMk cId="0" sldId="262"/>
        </pc:sldMkLst>
        <pc:spChg chg="mod">
          <ac:chgData name="Yogesh Raje" userId="S::yogesh@edunetfoundation.org::9e0ba697-e1dc-452b-989f-11655901edb1" providerId="AD" clId="Web-{857E11F3-F11C-6843-C73E-27677A40A984}" dt="2026-01-24T07:19:31.666" v="54" actId="1076"/>
          <ac:spMkLst>
            <pc:docMk/>
            <pc:sldMk cId="0" sldId="262"/>
            <ac:spMk id="179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4.453" v="135"/>
          <ac:picMkLst>
            <pc:docMk/>
            <pc:sldMk cId="0" sldId="262"/>
            <ac:picMk id="3" creationId="{13F004CF-732B-B365-E320-17AD7B82A8D0}"/>
          </ac:picMkLst>
        </pc:picChg>
        <pc:picChg chg="mod">
          <ac:chgData name="Yogesh Raje" userId="S::yogesh@edunetfoundation.org::9e0ba697-e1dc-452b-989f-11655901edb1" providerId="AD" clId="Web-{857E11F3-F11C-6843-C73E-27677A40A984}" dt="2026-01-24T07:25:59.343" v="136" actId="14100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5:51.687" v="134"/>
        <pc:sldMkLst>
          <pc:docMk/>
          <pc:sldMk cId="0" sldId="273"/>
        </pc:sldMkLst>
        <pc:spChg chg="mod">
          <ac:chgData name="Yogesh Raje" userId="S::yogesh@edunetfoundation.org::9e0ba697-e1dc-452b-989f-11655901edb1" providerId="AD" clId="Web-{857E11F3-F11C-6843-C73E-27677A40A984}" dt="2026-01-24T07:21:46.793" v="105" actId="1076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49.153" v="106" actId="1076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52.246" v="107" actId="1076"/>
          <ac:spMkLst>
            <pc:docMk/>
            <pc:sldMk cId="0" sldId="273"/>
            <ac:spMk id="281" creationId="{00000000-0000-0000-0000-00000000000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01.356" v="109"/>
          <ac:spMkLst>
            <pc:docMk/>
            <pc:sldMk cId="0" sldId="273"/>
            <ac:spMk id="282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1.687" v="134"/>
          <ac:picMkLst>
            <pc:docMk/>
            <pc:sldMk cId="0" sldId="273"/>
            <ac:picMk id="3" creationId="{676BD740-4294-408A-9014-7C75E9F50954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4.625" v="144"/>
        <pc:sldMkLst>
          <pc:docMk/>
          <pc:sldMk cId="0" sldId="276"/>
        </pc:sldMkLst>
        <pc:picChg chg="add">
          <ac:chgData name="Yogesh Raje" userId="S::yogesh@edunetfoundation.org::9e0ba697-e1dc-452b-989f-11655901edb1" providerId="AD" clId="Web-{857E11F3-F11C-6843-C73E-27677A40A984}" dt="2026-01-24T07:26:14.625" v="144"/>
          <ac:picMkLst>
            <pc:docMk/>
            <pc:sldMk cId="0" sldId="276"/>
            <ac:picMk id="3" creationId="{BA9DDD0D-7A91-1E4E-00BA-F7FF05ABF76F}"/>
          </ac:picMkLst>
        </pc:picChg>
      </pc:sldChg>
      <pc:sldChg chg="addSp ord">
        <pc:chgData name="Yogesh Raje" userId="S::yogesh@edunetfoundation.org::9e0ba697-e1dc-452b-989f-11655901edb1" providerId="AD" clId="Web-{857E11F3-F11C-6843-C73E-27677A40A984}" dt="2026-01-24T07:26:13.031" v="143"/>
        <pc:sldMkLst>
          <pc:docMk/>
          <pc:sldMk cId="2115484872" sldId="277"/>
        </pc:sldMkLst>
        <pc:picChg chg="add">
          <ac:chgData name="Yogesh Raje" userId="S::yogesh@edunetfoundation.org::9e0ba697-e1dc-452b-989f-11655901edb1" providerId="AD" clId="Web-{857E11F3-F11C-6843-C73E-27677A40A984}" dt="2026-01-24T07:26:13.031" v="143"/>
          <ac:picMkLst>
            <pc:docMk/>
            <pc:sldMk cId="2115484872" sldId="277"/>
            <ac:picMk id="3" creationId="{B8925A06-F7F9-F25E-EBB3-1891B33446BF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5:48.437" v="133"/>
        <pc:sldMkLst>
          <pc:docMk/>
          <pc:sldMk cId="3764405840" sldId="278"/>
        </pc:sldMkLst>
        <pc:picChg chg="add">
          <ac:chgData name="Yogesh Raje" userId="S::yogesh@edunetfoundation.org::9e0ba697-e1dc-452b-989f-11655901edb1" providerId="AD" clId="Web-{857E11F3-F11C-6843-C73E-27677A40A984}" dt="2026-01-24T07:25:48.437" v="133"/>
          <ac:picMkLst>
            <pc:docMk/>
            <pc:sldMk cId="3764405840" sldId="278"/>
            <ac:picMk id="5" creationId="{BD72C005-E1BD-D1EA-4A68-50937DBCE5A8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6:03.906" v="138"/>
        <pc:sldMkLst>
          <pc:docMk/>
          <pc:sldMk cId="2772501912" sldId="279"/>
        </pc:sldMkLst>
        <pc:spChg chg="mod">
          <ac:chgData name="Yogesh Raje" userId="S::yogesh@edunetfoundation.org::9e0ba697-e1dc-452b-989f-11655901edb1" providerId="AD" clId="Web-{857E11F3-F11C-6843-C73E-27677A40A984}" dt="2026-01-24T07:20:31.261" v="73" actId="1076"/>
          <ac:spMkLst>
            <pc:docMk/>
            <pc:sldMk cId="2772501912" sldId="279"/>
            <ac:spMk id="2" creationId="{48079FEC-4447-C4FA-64A4-CB532564DAF6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3:04.044" v="121"/>
          <ac:spMkLst>
            <pc:docMk/>
            <pc:sldMk cId="2772501912" sldId="279"/>
            <ac:spMk id="179" creationId="{B44D301C-393F-354F-3E88-518CAEB33CE6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57.528" v="119" actId="1076"/>
          <ac:picMkLst>
            <pc:docMk/>
            <pc:sldMk cId="2772501912" sldId="279"/>
            <ac:picMk id="3" creationId="{11BF3590-52D3-DC9D-2C84-E66D9597D77D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3.906" v="138"/>
          <ac:picMkLst>
            <pc:docMk/>
            <pc:sldMk cId="2772501912" sldId="279"/>
            <ac:picMk id="5" creationId="{073ADE60-811A-97E9-24FE-F2F7F61FA469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1.156" v="142"/>
        <pc:sldMkLst>
          <pc:docMk/>
          <pc:sldMk cId="2136706720" sldId="280"/>
        </pc:sldMkLst>
        <pc:picChg chg="add">
          <ac:chgData name="Yogesh Raje" userId="S::yogesh@edunetfoundation.org::9e0ba697-e1dc-452b-989f-11655901edb1" providerId="AD" clId="Web-{857E11F3-F11C-6843-C73E-27677A40A984}" dt="2026-01-24T07:26:11.156" v="142"/>
          <ac:picMkLst>
            <pc:docMk/>
            <pc:sldMk cId="2136706720" sldId="280"/>
            <ac:picMk id="3" creationId="{B96DCFED-2C83-7A17-CDB2-A4F4D4BBD1D5}"/>
          </ac:picMkLst>
        </pc:picChg>
      </pc:sldChg>
      <pc:sldChg chg="addSp modSp ord">
        <pc:chgData name="Yogesh Raje" userId="S::yogesh@edunetfoundation.org::9e0ba697-e1dc-452b-989f-11655901edb1" providerId="AD" clId="Web-{857E11F3-F11C-6843-C73E-27677A40A984}" dt="2026-01-24T07:26:01.437" v="137"/>
        <pc:sldMkLst>
          <pc:docMk/>
          <pc:sldMk cId="328526394" sldId="281"/>
        </pc:sldMkLst>
        <pc:spChg chg="mod">
          <ac:chgData name="Yogesh Raje" userId="S::yogesh@edunetfoundation.org::9e0ba697-e1dc-452b-989f-11655901edb1" providerId="AD" clId="Web-{857E11F3-F11C-6843-C73E-27677A40A984}" dt="2026-01-24T07:19:49.417" v="58" actId="20577"/>
          <ac:spMkLst>
            <pc:docMk/>
            <pc:sldMk cId="328526394" sldId="281"/>
            <ac:spMk id="135" creationId="{2A145802-2DD3-EEBA-7D44-210C05B98C91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6:01.437" v="137"/>
          <ac:picMkLst>
            <pc:docMk/>
            <pc:sldMk cId="328526394" sldId="281"/>
            <ac:picMk id="4" creationId="{F55A7959-9FC6-1DAE-7A47-36165450EF19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6.312" v="129"/>
        <pc:sldMkLst>
          <pc:docMk/>
          <pc:sldMk cId="2952584201" sldId="282"/>
        </pc:sldMkLst>
        <pc:spChg chg="add mod">
          <ac:chgData name="Yogesh Raje" userId="S::yogesh@edunetfoundation.org::9e0ba697-e1dc-452b-989f-11655901edb1" providerId="AD" clId="Web-{857E11F3-F11C-6843-C73E-27677A40A984}" dt="2026-01-24T07:18:16.009" v="45" actId="1076"/>
          <ac:spMkLst>
            <pc:docMk/>
            <pc:sldMk cId="2952584201" sldId="282"/>
            <ac:spMk id="3" creationId="{9C57FE32-8AA8-E540-E0AA-C9737C71A0E2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6.312" v="129"/>
          <ac:picMkLst>
            <pc:docMk/>
            <pc:sldMk cId="2952584201" sldId="282"/>
            <ac:picMk id="5" creationId="{E7A64CCA-ED49-69BC-3595-2C1CBD5E6D02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8:12.337" v="44"/>
          <ac:picMkLst>
            <pc:docMk/>
            <pc:sldMk cId="2952584201" sldId="282"/>
            <ac:picMk id="106" creationId="{286A03B7-10C8-4B3E-AB7E-1BEE35090A27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23.795" v="127" actId="1076"/>
        <pc:sldMkLst>
          <pc:docMk/>
          <pc:sldMk cId="957564641" sldId="283"/>
        </pc:sldMkLst>
        <pc:picChg chg="add mod">
          <ac:chgData name="Yogesh Raje" userId="S::yogesh@edunetfoundation.org::9e0ba697-e1dc-452b-989f-11655901edb1" providerId="AD" clId="Web-{857E11F3-F11C-6843-C73E-27677A40A984}" dt="2026-01-24T07:25:23.795" v="127" actId="1076"/>
          <ac:picMkLst>
            <pc:docMk/>
            <pc:sldMk cId="957564641" sldId="283"/>
            <ac:picMk id="4" creationId="{9270813B-BF9E-B61A-92D0-FA37C990652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5.640" v="139"/>
        <pc:sldMkLst>
          <pc:docMk/>
          <pc:sldMk cId="795043773" sldId="284"/>
        </pc:sldMkLst>
        <pc:spChg chg="mod">
          <ac:chgData name="Yogesh Raje" userId="S::yogesh@edunetfoundation.org::9e0ba697-e1dc-452b-989f-11655901edb1" providerId="AD" clId="Web-{857E11F3-F11C-6843-C73E-27677A40A984}" dt="2026-01-24T07:20:47.043" v="80" actId="14100"/>
          <ac:spMkLst>
            <pc:docMk/>
            <pc:sldMk cId="795043773" sldId="284"/>
            <ac:spMk id="2" creationId="{DD23FCBA-FC00-378F-C117-12DC1F4FD6E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53.903" v="118"/>
          <ac:spMkLst>
            <pc:docMk/>
            <pc:sldMk cId="795043773" sldId="284"/>
            <ac:spMk id="179" creationId="{6C4F1F88-83AE-DF8E-66C7-44F62D1C5252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9.606" v="115" actId="1076"/>
          <ac:picMkLst>
            <pc:docMk/>
            <pc:sldMk cId="795043773" sldId="284"/>
            <ac:picMk id="3" creationId="{D92F9EA0-945F-B25A-20C3-D63B1F62EF29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5.640" v="139"/>
          <ac:picMkLst>
            <pc:docMk/>
            <pc:sldMk cId="795043773" sldId="284"/>
            <ac:picMk id="5" creationId="{C9B59E40-7B3E-CFB4-3FD9-6C10E068F0A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7.828" v="140"/>
        <pc:sldMkLst>
          <pc:docMk/>
          <pc:sldMk cId="1135684311" sldId="285"/>
        </pc:sldMkLst>
        <pc:spChg chg="mod">
          <ac:chgData name="Yogesh Raje" userId="S::yogesh@edunetfoundation.org::9e0ba697-e1dc-452b-989f-11655901edb1" providerId="AD" clId="Web-{857E11F3-F11C-6843-C73E-27677A40A984}" dt="2026-01-24T07:21:00.949" v="92" actId="14100"/>
          <ac:spMkLst>
            <pc:docMk/>
            <pc:sldMk cId="1135684311" sldId="285"/>
            <ac:spMk id="2" creationId="{6FFE5FD7-2292-570F-1397-1E9287F8CB9D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36.918" v="114"/>
          <ac:spMkLst>
            <pc:docMk/>
            <pc:sldMk cId="1135684311" sldId="285"/>
            <ac:spMk id="179" creationId="{C99901E6-E51F-5E94-2543-5AC8E1E4E2C4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1.168" v="113" actId="1076"/>
          <ac:picMkLst>
            <pc:docMk/>
            <pc:sldMk cId="1135684311" sldId="285"/>
            <ac:picMk id="3" creationId="{49BD6667-B0AB-E1EE-4A88-EF769D5A1818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7.828" v="140"/>
          <ac:picMkLst>
            <pc:docMk/>
            <pc:sldMk cId="1135684311" sldId="285"/>
            <ac:picMk id="5" creationId="{A9872FD1-7A0B-E5B9-638C-B95C4CCFE94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9.375" v="141"/>
        <pc:sldMkLst>
          <pc:docMk/>
          <pc:sldMk cId="1138841112" sldId="286"/>
        </pc:sldMkLst>
        <pc:spChg chg="mod">
          <ac:chgData name="Yogesh Raje" userId="S::yogesh@edunetfoundation.org::9e0ba697-e1dc-452b-989f-11655901edb1" providerId="AD" clId="Web-{857E11F3-F11C-6843-C73E-27677A40A984}" dt="2026-01-24T07:22:25.903" v="111" actId="1076"/>
          <ac:spMkLst>
            <pc:docMk/>
            <pc:sldMk cId="1138841112" sldId="286"/>
            <ac:spMk id="2" creationId="{CF9D04B6-7646-B3BF-9A84-684A467FADAB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28.622" v="112"/>
          <ac:spMkLst>
            <pc:docMk/>
            <pc:sldMk cId="1138841112" sldId="286"/>
            <ac:spMk id="179" creationId="{66E12AB6-73BA-21A4-6368-DBC20717980B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21.981" v="110" actId="1076"/>
          <ac:picMkLst>
            <pc:docMk/>
            <pc:sldMk cId="1138841112" sldId="286"/>
            <ac:picMk id="3" creationId="{0C919C56-AC7B-B30B-24DD-FBA3E8E6701B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9.375" v="141"/>
          <ac:picMkLst>
            <pc:docMk/>
            <pc:sldMk cId="1138841112" sldId="286"/>
            <ac:picMk id="5" creationId="{BF314CEB-36A0-2FF5-7F53-C10C910CAB03}"/>
          </ac:picMkLst>
        </pc:picChg>
      </pc:sldChg>
      <pc:sldChg chg="new del">
        <pc:chgData name="Yogesh Raje" userId="S::yogesh@edunetfoundation.org::9e0ba697-e1dc-452b-989f-11655901edb1" providerId="AD" clId="Web-{857E11F3-F11C-6843-C73E-27677A40A984}" dt="2026-01-24T07:15:01.913" v="1"/>
        <pc:sldMkLst>
          <pc:docMk/>
          <pc:sldMk cId="859120622" sldId="287"/>
        </pc:sldMkLst>
      </pc:sldChg>
      <pc:sldChg chg="addSp delSp modSp add replId">
        <pc:chgData name="Yogesh Raje" userId="S::yogesh@edunetfoundation.org::9e0ba697-e1dc-452b-989f-11655901edb1" providerId="AD" clId="Web-{857E11F3-F11C-6843-C73E-27677A40A984}" dt="2026-01-24T07:25:42.405" v="131"/>
        <pc:sldMkLst>
          <pc:docMk/>
          <pc:sldMk cId="1034139590" sldId="287"/>
        </pc:sldMkLst>
        <pc:spChg chg="add mod">
          <ac:chgData name="Yogesh Raje" userId="S::yogesh@edunetfoundation.org::9e0ba697-e1dc-452b-989f-11655901edb1" providerId="AD" clId="Web-{857E11F3-F11C-6843-C73E-27677A40A984}" dt="2026-01-24T07:17:36.446" v="31" actId="20577"/>
          <ac:spMkLst>
            <pc:docMk/>
            <pc:sldMk cId="1034139590" sldId="287"/>
            <ac:spMk id="3" creationId="{0A9D9ED1-DFE2-2CB1-E07B-2D3C44A85C9C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2.405" v="131"/>
          <ac:picMkLst>
            <pc:docMk/>
            <pc:sldMk cId="1034139590" sldId="287"/>
            <ac:picMk id="5" creationId="{B04F3E9D-0527-2FF2-E87C-9369E2B678CF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5:22.335" v="3"/>
          <ac:picMkLst>
            <pc:docMk/>
            <pc:sldMk cId="1034139590" sldId="287"/>
            <ac:picMk id="115" creationId="{150CD634-CE32-8549-99F8-CA4675C2F439}"/>
          </ac:picMkLst>
        </pc:picChg>
      </pc:sldChg>
      <pc:sldChg chg="addSp modSp add replId">
        <pc:chgData name="Yogesh Raje" userId="S::yogesh@edunetfoundation.org::9e0ba697-e1dc-452b-989f-11655901edb1" providerId="AD" clId="Web-{857E11F3-F11C-6843-C73E-27677A40A984}" dt="2026-01-24T07:25:45.921" v="132"/>
        <pc:sldMkLst>
          <pc:docMk/>
          <pc:sldMk cId="4281176502" sldId="288"/>
        </pc:sldMkLst>
        <pc:spChg chg="mod">
          <ac:chgData name="Yogesh Raje" userId="S::yogesh@edunetfoundation.org::9e0ba697-e1dc-452b-989f-11655901edb1" providerId="AD" clId="Web-{857E11F3-F11C-6843-C73E-27677A40A984}" dt="2026-01-24T07:17:29.946" v="29" actId="20577"/>
          <ac:spMkLst>
            <pc:docMk/>
            <pc:sldMk cId="4281176502" sldId="288"/>
            <ac:spMk id="3" creationId="{F987C414-2D49-9E5D-A5D6-CF94524B9BE5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5.921" v="132"/>
          <ac:picMkLst>
            <pc:docMk/>
            <pc:sldMk cId="4281176502" sldId="288"/>
            <ac:picMk id="5" creationId="{2899F497-8CBE-8DC8-B6F2-DCAEF5D36669}"/>
          </ac:picMkLst>
        </pc:picChg>
      </pc:sldChg>
      <pc:sldChg chg="modSp add replId">
        <pc:chgData name="Yogesh Raje" userId="S::yogesh@edunetfoundation.org::9e0ba697-e1dc-452b-989f-11655901edb1" providerId="AD" clId="Web-{857E11F3-F11C-6843-C73E-27677A40A984}" dt="2026-01-24T07:27:35.250" v="160" actId="20577"/>
        <pc:sldMkLst>
          <pc:docMk/>
          <pc:sldMk cId="200156314" sldId="289"/>
        </pc:sldMkLst>
        <pc:spChg chg="mod">
          <ac:chgData name="Yogesh Raje" userId="S::yogesh@edunetfoundation.org::9e0ba697-e1dc-452b-989f-11655901edb1" providerId="AD" clId="Web-{857E11F3-F11C-6843-C73E-27677A40A984}" dt="2026-01-24T07:27:02.859" v="148" actId="20577"/>
          <ac:spMkLst>
            <pc:docMk/>
            <pc:sldMk cId="200156314" sldId="289"/>
            <ac:spMk id="278" creationId="{7BDA5ADF-C9A0-CA5D-844A-6AC3872A0D8C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7:35.250" v="160" actId="20577"/>
          <ac:spMkLst>
            <pc:docMk/>
            <pc:sldMk cId="200156314" sldId="289"/>
            <ac:spMk id="279" creationId="{AF5AFD00-74FD-B439-5973-23933ABD88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26882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365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xmlns="" id="{A63A9C66-2952-903D-83F1-D9F7981B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xmlns="" id="{DC0C7460-0316-B69D-13B6-FF07EC57B3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xmlns="" id="{0173EAB6-F44B-63ED-F869-2979BED7C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13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xmlns="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xmlns="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xmlns="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71898"/>
            <a:ext cx="10515600" cy="2852737"/>
          </a:xfrm>
        </p:spPr>
        <p:txBody>
          <a:bodyPr/>
          <a:lstStyle/>
          <a:p>
            <a:r>
              <a:rPr dirty="0"/>
              <a:t>AI-Assisted Yield Trend Analysis and Farm Planning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2481943" y="633046"/>
            <a:ext cx="7301728" cy="271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i="0" u="none" strike="noStrike" cap="none" dirty="0" smtClean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SKYROCKET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175655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990245531"/>
              </p:ext>
            </p:extLst>
          </p:nvPr>
        </p:nvGraphicFramePr>
        <p:xfrm>
          <a:off x="575899" y="1852246"/>
          <a:ext cx="11113815" cy="4220307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338650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53329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9402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81259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TEAM MEMBER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32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i="0" u="none" strike="noStrike" cap="none" dirty="0" err="1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Dhiraj</a:t>
                      </a:r>
                      <a:r>
                        <a:rPr lang="en-US" sz="2800" i="0" u="none" strike="noStrike" cap="none" dirty="0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Kumar Ray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dhirajkumar.mca25@bmsce.ac.in</a:t>
                      </a:r>
                      <a:endParaRPr sz="2400" b="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smtClean="0"/>
                        <a:t>7483289842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3424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 err="1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Karthikeya</a:t>
                      </a:r>
                      <a:r>
                        <a:rPr lang="en-US" sz="2800" dirty="0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R </a:t>
                      </a:r>
                      <a:r>
                        <a:rPr lang="en-US" sz="2800" dirty="0" err="1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Hegde</a:t>
                      </a:r>
                      <a:endParaRPr lang="en-US" sz="2800" dirty="0" smtClean="0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smtClean="0"/>
                        <a:t>karthikeya.mca25@bmsce.ac.in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smtClean="0"/>
                        <a:t>9739666547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326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800" dirty="0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 Mohammed </a:t>
                      </a:r>
                      <a:r>
                        <a:rPr lang="en-US" sz="2800" dirty="0" err="1" smtClean="0">
                          <a:solidFill>
                            <a:srgbClr val="00206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Ahad</a:t>
                      </a:r>
                      <a:endParaRPr lang="en-US" sz="2800" i="0" u="none" strike="noStrike" cap="none" dirty="0" smtClean="0">
                        <a:solidFill>
                          <a:srgbClr val="00206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 smtClean="0"/>
                        <a:t>mohammedahad.mca25@bmsce.ac.in</a:t>
                      </a:r>
                      <a:endParaRPr sz="24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dirty="0" smtClean="0"/>
                        <a:t>8050476717</a:t>
                      </a:r>
                      <a:endParaRPr lang="en-US" sz="1800" dirty="0" smtClean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8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511" y="537430"/>
            <a:ext cx="10515600" cy="2852737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75063"/>
            <a:ext cx="10515600" cy="150018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Farmers face unpredictable crop yields due to climate change, lack of data-driven planning, and limited access to expert agricultural advice. This results in crop loss and financial instability.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96754"/>
            <a:ext cx="10515600" cy="2852737"/>
          </a:xfrm>
        </p:spPr>
        <p:txBody>
          <a:bodyPr/>
          <a:lstStyle/>
          <a:p>
            <a:r>
              <a:rPr dirty="0"/>
              <a:t>Need of the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557832"/>
            <a:ext cx="10515600" cy="1500187"/>
          </a:xfrm>
        </p:spPr>
        <p:txBody>
          <a:bodyPr>
            <a:normAutofit fontScale="85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• Traditional farming relies on intuition</a:t>
            </a:r>
          </a:p>
          <a:p>
            <a:r>
              <a:rPr dirty="0">
                <a:solidFill>
                  <a:schemeClr val="tx1"/>
                </a:solidFill>
              </a:rPr>
              <a:t>• No yield prediction tools for small farmers</a:t>
            </a:r>
          </a:p>
          <a:p>
            <a:r>
              <a:rPr dirty="0">
                <a:solidFill>
                  <a:schemeClr val="tx1"/>
                </a:solidFill>
              </a:rPr>
              <a:t>• Poor crop planning leads to losses</a:t>
            </a:r>
          </a:p>
          <a:p>
            <a:r>
              <a:rPr dirty="0">
                <a:solidFill>
                  <a:schemeClr val="tx1"/>
                </a:solidFill>
              </a:rPr>
              <a:t>• AI-based decision support is required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90538"/>
            <a:ext cx="10515600" cy="2852737"/>
          </a:xfrm>
        </p:spPr>
        <p:txBody>
          <a:bodyPr/>
          <a:lstStyle/>
          <a:p>
            <a:r>
              <a:rPr dirty="0"/>
              <a:t>Proposed Solution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5296" y="3628171"/>
            <a:ext cx="10515600" cy="150018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An </a:t>
            </a:r>
            <a:r>
              <a:rPr dirty="0" err="1">
                <a:solidFill>
                  <a:schemeClr val="tx1"/>
                </a:solidFill>
              </a:rPr>
              <a:t>Agentic</a:t>
            </a:r>
            <a:r>
              <a:rPr dirty="0">
                <a:solidFill>
                  <a:schemeClr val="tx1"/>
                </a:solidFill>
              </a:rPr>
              <a:t> AI-powered system that analyzes historical yield trends and assists farmers in crop planning using IBM </a:t>
            </a:r>
            <a:r>
              <a:rPr dirty="0" err="1">
                <a:solidFill>
                  <a:schemeClr val="tx1"/>
                </a:solidFill>
              </a:rPr>
              <a:t>Watsonx</a:t>
            </a:r>
            <a:r>
              <a:rPr dirty="0">
                <a:solidFill>
                  <a:schemeClr val="tx1"/>
                </a:solidFill>
              </a:rPr>
              <a:t> Granite models.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404" y="560877"/>
            <a:ext cx="10515600" cy="2852737"/>
          </a:xfrm>
        </p:spPr>
        <p:txBody>
          <a:bodyPr/>
          <a:lstStyle/>
          <a:p>
            <a:r>
              <a:t>Agentic AI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28170"/>
            <a:ext cx="10515600" cy="150018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• AI Agent reasons, plans, and recommends</a:t>
            </a:r>
          </a:p>
          <a:p>
            <a:r>
              <a:rPr dirty="0">
                <a:solidFill>
                  <a:schemeClr val="tx1"/>
                </a:solidFill>
              </a:rPr>
              <a:t>• Analyzes trends and seasonality</a:t>
            </a:r>
          </a:p>
          <a:p>
            <a:r>
              <a:rPr dirty="0">
                <a:solidFill>
                  <a:schemeClr val="tx1"/>
                </a:solidFill>
              </a:rPr>
              <a:t>• Generates explainable recommendations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404" y="373307"/>
            <a:ext cx="10515600" cy="2852737"/>
          </a:xfrm>
        </p:spPr>
        <p:txBody>
          <a:bodyPr/>
          <a:lstStyle/>
          <a:p>
            <a:r>
              <a:rPr dirty="0"/>
              <a:t>End Users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721955"/>
            <a:ext cx="10515600" cy="1500187"/>
          </a:xfrm>
        </p:spPr>
        <p:txBody>
          <a:bodyPr>
            <a:normAutofit fontScale="85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• Farmers</a:t>
            </a:r>
          </a:p>
          <a:p>
            <a:r>
              <a:rPr dirty="0">
                <a:solidFill>
                  <a:schemeClr val="tx1"/>
                </a:solidFill>
              </a:rPr>
              <a:t>• Agriculture Departments</a:t>
            </a:r>
          </a:p>
          <a:p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Agri</a:t>
            </a:r>
            <a:r>
              <a:rPr dirty="0">
                <a:solidFill>
                  <a:schemeClr val="tx1"/>
                </a:solidFill>
              </a:rPr>
              <a:t>-startups</a:t>
            </a:r>
          </a:p>
          <a:p>
            <a:r>
              <a:rPr dirty="0">
                <a:solidFill>
                  <a:schemeClr val="tx1"/>
                </a:solidFill>
              </a:rPr>
              <a:t>• Research Institutions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58" y="607769"/>
            <a:ext cx="10515600" cy="2852737"/>
          </a:xfrm>
        </p:spPr>
        <p:txBody>
          <a:bodyPr/>
          <a:lstStyle/>
          <a:p>
            <a:r>
              <a:rPr dirty="0"/>
              <a:t>Technology Stack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98509"/>
            <a:ext cx="10515600" cy="1500187"/>
          </a:xfrm>
        </p:spPr>
        <p:txBody>
          <a:bodyPr>
            <a:noAutofit/>
          </a:bodyPr>
          <a:lstStyle/>
          <a:p>
            <a:r>
              <a:rPr sz="2800" dirty="0">
                <a:solidFill>
                  <a:schemeClr val="tx1"/>
                </a:solidFill>
              </a:rPr>
              <a:t>• IBM Cloud</a:t>
            </a:r>
          </a:p>
          <a:p>
            <a:r>
              <a:rPr sz="2800" dirty="0">
                <a:solidFill>
                  <a:schemeClr val="tx1"/>
                </a:solidFill>
              </a:rPr>
              <a:t>• </a:t>
            </a:r>
            <a:r>
              <a:rPr sz="2800" dirty="0" err="1">
                <a:solidFill>
                  <a:schemeClr val="tx1"/>
                </a:solidFill>
              </a:rPr>
              <a:t>Langflow</a:t>
            </a:r>
            <a:endParaRPr sz="2800" dirty="0">
              <a:solidFill>
                <a:schemeClr val="tx1"/>
              </a:solidFill>
            </a:endParaRPr>
          </a:p>
          <a:p>
            <a:r>
              <a:rPr sz="2800" dirty="0">
                <a:solidFill>
                  <a:schemeClr val="tx1"/>
                </a:solidFill>
              </a:rPr>
              <a:t>• IBM Watsonx.ai</a:t>
            </a:r>
          </a:p>
          <a:p>
            <a:r>
              <a:rPr sz="2800" dirty="0">
                <a:solidFill>
                  <a:schemeClr val="tx1"/>
                </a:solidFill>
              </a:rPr>
              <a:t>• Granite LLM (ibm-granite-3-2-8b)</a:t>
            </a:r>
          </a:p>
          <a:p>
            <a:r>
              <a:rPr sz="2800" dirty="0">
                <a:solidFill>
                  <a:schemeClr val="tx1"/>
                </a:solidFill>
              </a:rPr>
              <a:t>• 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49861"/>
            <a:ext cx="10515600" cy="2852737"/>
          </a:xfrm>
        </p:spPr>
        <p:txBody>
          <a:bodyPr/>
          <a:lstStyle/>
          <a:p>
            <a:r>
              <a:rPr dirty="0" err="1"/>
              <a:t>Langflow</a:t>
            </a:r>
            <a:r>
              <a:rPr dirty="0"/>
              <a:t> Components Used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792293"/>
            <a:ext cx="10515600" cy="1500187"/>
          </a:xfrm>
        </p:spPr>
        <p:txBody>
          <a:bodyPr>
            <a:noAutofit/>
          </a:bodyPr>
          <a:lstStyle/>
          <a:p>
            <a:r>
              <a:rPr sz="2800" dirty="0">
                <a:solidFill>
                  <a:schemeClr val="tx1"/>
                </a:solidFill>
              </a:rPr>
              <a:t>• Chat Input</a:t>
            </a:r>
          </a:p>
          <a:p>
            <a:r>
              <a:rPr sz="2800" dirty="0">
                <a:solidFill>
                  <a:schemeClr val="tx1"/>
                </a:solidFill>
              </a:rPr>
              <a:t>• IBM </a:t>
            </a:r>
            <a:r>
              <a:rPr sz="2800" dirty="0" err="1">
                <a:solidFill>
                  <a:schemeClr val="tx1"/>
                </a:solidFill>
              </a:rPr>
              <a:t>Watsonx</a:t>
            </a:r>
            <a:r>
              <a:rPr sz="2800" dirty="0">
                <a:solidFill>
                  <a:schemeClr val="tx1"/>
                </a:solidFill>
              </a:rPr>
              <a:t> AI Agent</a:t>
            </a:r>
          </a:p>
          <a:p>
            <a:r>
              <a:rPr sz="2800" dirty="0">
                <a:solidFill>
                  <a:schemeClr val="tx1"/>
                </a:solidFill>
              </a:rPr>
              <a:t>• Prompt Template</a:t>
            </a:r>
          </a:p>
          <a:p>
            <a:r>
              <a:rPr sz="2800" dirty="0">
                <a:solidFill>
                  <a:schemeClr val="tx1"/>
                </a:solidFill>
              </a:rPr>
              <a:t>• Chat Output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079FEC-4447-C4FA-64A4-CB532564DAF6}"/>
              </a:ext>
            </a:extLst>
          </p:cNvPr>
          <p:cNvSpPr txBox="1"/>
          <p:nvPr/>
        </p:nvSpPr>
        <p:spPr>
          <a:xfrm>
            <a:off x="2315886" y="76250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</a:t>
            </a:r>
            <a:r>
              <a:rPr lang="en-US" sz="2400" b="1" dirty="0" smtClean="0"/>
              <a:t>Screenshot</a:t>
            </a:r>
            <a:r>
              <a:rPr lang="en-US" sz="2400" b="1" dirty="0"/>
              <a:t> </a:t>
            </a:r>
            <a:r>
              <a:rPr lang="en-US" sz="2400" b="1" dirty="0" smtClean="0"/>
              <a:t>1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223" y="920883"/>
            <a:ext cx="7490964" cy="5347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90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48079FEC-4447-C4FA-64A4-CB532564DAF6}"/>
              </a:ext>
            </a:extLst>
          </p:cNvPr>
          <p:cNvSpPr txBox="1"/>
          <p:nvPr/>
        </p:nvSpPr>
        <p:spPr>
          <a:xfrm>
            <a:off x="2315886" y="76250"/>
            <a:ext cx="468406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Input </a:t>
            </a:r>
            <a:r>
              <a:rPr lang="en-US" sz="2400" b="1" dirty="0" smtClean="0"/>
              <a:t>Screenshot</a:t>
            </a:r>
            <a:r>
              <a:rPr lang="en-US" sz="2400" b="1" dirty="0"/>
              <a:t> 2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54" y="743780"/>
            <a:ext cx="7815120" cy="5881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9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xmlns="" id="{41ACF88B-2F75-CE59-3114-C1537EDD6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FFE5FD7-2292-570F-1397-1E9287F8CB9D}"/>
              </a:ext>
            </a:extLst>
          </p:cNvPr>
          <p:cNvSpPr txBox="1"/>
          <p:nvPr/>
        </p:nvSpPr>
        <p:spPr>
          <a:xfrm>
            <a:off x="1651474" y="600620"/>
            <a:ext cx="526071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Output </a:t>
            </a:r>
            <a:r>
              <a:rPr lang="en-US" sz="2400" b="1" dirty="0" smtClean="0"/>
              <a:t>Screenshot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A9872FD1-7A0B-E5B9-638C-B95C4CCFE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615" y="1320193"/>
            <a:ext cx="10058400" cy="4685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6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09184"/>
            <a:ext cx="10515600" cy="2852737"/>
          </a:xfrm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4958" y="3440602"/>
            <a:ext cx="10515600" cy="1500187"/>
          </a:xfrm>
        </p:spPr>
        <p:txBody>
          <a:bodyPr>
            <a:noAutofit/>
          </a:bodyPr>
          <a:lstStyle/>
          <a:p>
            <a:r>
              <a:rPr sz="2800" dirty="0">
                <a:solidFill>
                  <a:schemeClr val="tx1"/>
                </a:solidFill>
              </a:rPr>
              <a:t>1. Farmer Input</a:t>
            </a:r>
          </a:p>
          <a:p>
            <a:r>
              <a:rPr sz="2800" dirty="0">
                <a:solidFill>
                  <a:schemeClr val="tx1"/>
                </a:solidFill>
              </a:rPr>
              <a:t>2. </a:t>
            </a:r>
            <a:r>
              <a:rPr sz="2800" dirty="0" err="1">
                <a:solidFill>
                  <a:schemeClr val="tx1"/>
                </a:solidFill>
              </a:rPr>
              <a:t>Langflow</a:t>
            </a:r>
            <a:r>
              <a:rPr sz="2800" dirty="0">
                <a:solidFill>
                  <a:schemeClr val="tx1"/>
                </a:solidFill>
              </a:rPr>
              <a:t> Agent</a:t>
            </a:r>
          </a:p>
          <a:p>
            <a:r>
              <a:rPr sz="2800" dirty="0">
                <a:solidFill>
                  <a:schemeClr val="tx1"/>
                </a:solidFill>
              </a:rPr>
              <a:t>3. IBM Granite Reasoning</a:t>
            </a:r>
          </a:p>
          <a:p>
            <a:r>
              <a:rPr sz="2800" dirty="0">
                <a:solidFill>
                  <a:schemeClr val="tx1"/>
                </a:solidFill>
              </a:rPr>
              <a:t>4. Yield Prediction</a:t>
            </a:r>
          </a:p>
          <a:p>
            <a:r>
              <a:rPr sz="2800" dirty="0">
                <a:solidFill>
                  <a:schemeClr val="tx1"/>
                </a:solidFill>
              </a:rPr>
              <a:t>5. Recommendations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58" y="490538"/>
            <a:ext cx="10515600" cy="2852737"/>
          </a:xfrm>
        </p:spPr>
        <p:txBody>
          <a:bodyPr/>
          <a:lstStyle/>
          <a:p>
            <a:r>
              <a:rPr dirty="0"/>
              <a:t>Novelty &amp; Uniqueness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792294"/>
            <a:ext cx="10515600" cy="150018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• </a:t>
            </a:r>
            <a:r>
              <a:rPr dirty="0" err="1">
                <a:solidFill>
                  <a:schemeClr val="tx1"/>
                </a:solidFill>
              </a:rPr>
              <a:t>Agentic</a:t>
            </a:r>
            <a:r>
              <a:rPr dirty="0">
                <a:solidFill>
                  <a:schemeClr val="tx1"/>
                </a:solidFill>
              </a:rPr>
              <a:t> AI-based farm planning</a:t>
            </a:r>
          </a:p>
          <a:p>
            <a:r>
              <a:rPr dirty="0">
                <a:solidFill>
                  <a:schemeClr val="tx1"/>
                </a:solidFill>
              </a:rPr>
              <a:t>• Explainable AI decisions</a:t>
            </a:r>
          </a:p>
          <a:p>
            <a:r>
              <a:rPr dirty="0">
                <a:solidFill>
                  <a:schemeClr val="tx1"/>
                </a:solidFill>
              </a:rPr>
              <a:t>• Scalable agriculture solution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742" y="396753"/>
            <a:ext cx="10515600" cy="2852737"/>
          </a:xfrm>
        </p:spPr>
        <p:txBody>
          <a:bodyPr/>
          <a:lstStyle/>
          <a:p>
            <a:r>
              <a:rPr dirty="0"/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8404" y="3909524"/>
            <a:ext cx="10515600" cy="1500187"/>
          </a:xfrm>
        </p:spPr>
        <p:txBody>
          <a:bodyPr>
            <a:normAutofit fontScale="85000" lnSpcReduction="20000"/>
          </a:bodyPr>
          <a:lstStyle/>
          <a:p>
            <a:r>
              <a:rPr dirty="0">
                <a:solidFill>
                  <a:schemeClr val="tx1"/>
                </a:solidFill>
              </a:rPr>
              <a:t>• Weather API integration</a:t>
            </a:r>
          </a:p>
          <a:p>
            <a:r>
              <a:rPr dirty="0">
                <a:solidFill>
                  <a:schemeClr val="tx1"/>
                </a:solidFill>
              </a:rPr>
              <a:t>• Satellite data usage</a:t>
            </a:r>
          </a:p>
          <a:p>
            <a:r>
              <a:rPr dirty="0">
                <a:solidFill>
                  <a:schemeClr val="tx1"/>
                </a:solidFill>
              </a:rPr>
              <a:t>• Mobile app for farmers</a:t>
            </a:r>
          </a:p>
          <a:p>
            <a:r>
              <a:rPr dirty="0">
                <a:solidFill>
                  <a:schemeClr val="tx1"/>
                </a:solidFill>
              </a:rPr>
              <a:t>• Multi-language support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xmlns="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xmlns="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xmlns="" id="{15507A2F-9304-7475-5C74-2BAA93879CFE}"/>
              </a:ext>
            </a:extLst>
          </p:cNvPr>
          <p:cNvSpPr/>
          <p:nvPr/>
        </p:nvSpPr>
        <p:spPr>
          <a:xfrm>
            <a:off x="1282732" y="1393947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32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r>
              <a:rPr lang="en-US" sz="320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https://github.com/Dhiraj-tech/Crop_yield</a:t>
            </a:r>
            <a:r>
              <a:rPr lang="en-US" sz="3200" dirty="0" smtClean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32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endParaRPr lang="en-US" sz="32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lang="en-US" sz="320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320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32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xmlns="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xmlns="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xmlns="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91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96753"/>
            <a:ext cx="10515600" cy="2852737"/>
          </a:xfrm>
        </p:spPr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698509"/>
            <a:ext cx="10515600" cy="1500187"/>
          </a:xfrm>
        </p:spPr>
        <p:txBody>
          <a:bodyPr/>
          <a:lstStyle/>
          <a:p>
            <a:r>
              <a:rPr dirty="0">
                <a:solidFill>
                  <a:schemeClr val="tx1"/>
                </a:solidFill>
              </a:rPr>
              <a:t>• IBM </a:t>
            </a:r>
            <a:r>
              <a:rPr dirty="0" err="1">
                <a:solidFill>
                  <a:schemeClr val="tx1"/>
                </a:solidFill>
              </a:rPr>
              <a:t>Watsonx</a:t>
            </a:r>
            <a:r>
              <a:rPr dirty="0">
                <a:solidFill>
                  <a:schemeClr val="tx1"/>
                </a:solidFill>
              </a:rPr>
              <a:t> Documentation</a:t>
            </a:r>
          </a:p>
          <a:p>
            <a:r>
              <a:rPr dirty="0">
                <a:solidFill>
                  <a:schemeClr val="tx1"/>
                </a:solidFill>
              </a:rPr>
              <a:t>• FAO Agriculture Data</a:t>
            </a:r>
          </a:p>
          <a:p>
            <a:r>
              <a:rPr dirty="0">
                <a:solidFill>
                  <a:schemeClr val="tx1"/>
                </a:solidFill>
              </a:rPr>
              <a:t>• Government Crop Reports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1448</TotalTime>
  <Words>286</Words>
  <Application>Microsoft Office PowerPoint</Application>
  <PresentationFormat>Custom</PresentationFormat>
  <Paragraphs>75</Paragraphs>
  <Slides>17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AI-Assisted Yield Trend Analysis and Farm Planning System</vt:lpstr>
      <vt:lpstr>PowerPoint Presentation</vt:lpstr>
      <vt:lpstr>Problem Statement</vt:lpstr>
      <vt:lpstr>Need of the Project</vt:lpstr>
      <vt:lpstr>Proposed Solution</vt:lpstr>
      <vt:lpstr>Agentic AI Approach</vt:lpstr>
      <vt:lpstr>End Users</vt:lpstr>
      <vt:lpstr>Technology Stack</vt:lpstr>
      <vt:lpstr>Langflow Components Used</vt:lpstr>
      <vt:lpstr>PowerPoint Presentation</vt:lpstr>
      <vt:lpstr>PowerPoint Presentation</vt:lpstr>
      <vt:lpstr>PowerPoint Presentation</vt:lpstr>
      <vt:lpstr>System Architecture</vt:lpstr>
      <vt:lpstr>Novelty &amp; Uniqueness</vt:lpstr>
      <vt:lpstr>Future Scope</vt:lpstr>
      <vt:lpstr>PowerPoint Presentation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125</cp:revision>
  <dcterms:created xsi:type="dcterms:W3CDTF">2025-07-08T05:06:56Z</dcterms:created>
  <dcterms:modified xsi:type="dcterms:W3CDTF">2026-01-28T16:50:10Z</dcterms:modified>
</cp:coreProperties>
</file>